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8" r:id="rId10"/>
    <p:sldId id="309" r:id="rId11"/>
    <p:sldId id="264" r:id="rId12"/>
    <p:sldId id="26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106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240" cy="56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240" cy="80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A5412F-8771-4301-BE3C-40E4E54AF7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B6E44E-7D93-4C66-B7E0-8249E2139A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240" cy="584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D29E1F-5419-4708-B49A-04150C3490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Click to edit Master title style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177200"/>
            <a:ext cx="8227440" cy="494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0"/>
          </p:nvPr>
        </p:nvSpPr>
        <p:spPr>
          <a:xfrm>
            <a:off x="1066680" y="6356520"/>
            <a:ext cx="3045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1"/>
          </p:nvPr>
        </p:nvSpPr>
        <p:spPr>
          <a:xfrm>
            <a:off x="8077320" y="6369120"/>
            <a:ext cx="378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E1AFAC-21DC-49D6-B7B8-6E7332106FAA}" type="slidenum">
              <a: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Picture 6" descr="logo.png"/>
          <p:cNvPicPr/>
          <p:nvPr/>
        </p:nvPicPr>
        <p:blipFill>
          <a:blip r:embed="rId2"/>
          <a:stretch/>
        </p:blipFill>
        <p:spPr>
          <a:xfrm>
            <a:off x="533520" y="6236640"/>
            <a:ext cx="50508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Footer Placeholder 4"/>
          <p:cNvSpPr/>
          <p:nvPr/>
        </p:nvSpPr>
        <p:spPr>
          <a:xfrm>
            <a:off x="7555680" y="6363360"/>
            <a:ext cx="683640" cy="3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Slides: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ooter Placeholder 4"/>
          <p:cNvSpPr/>
          <p:nvPr/>
        </p:nvSpPr>
        <p:spPr>
          <a:xfrm>
            <a:off x="8305920" y="6364080"/>
            <a:ext cx="527040" cy="3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/ 20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457200" y="6126120"/>
            <a:ext cx="8231760" cy="2160"/>
          </a:xfrm>
          <a:prstGeom prst="straightConnector1">
            <a:avLst/>
          </a:prstGeom>
          <a:ln w="22225">
            <a:solidFill>
              <a:srgbClr val="C0504D"/>
            </a:solidFill>
            <a:prstDash val="dash"/>
            <a:round/>
          </a:ln>
        </p:spPr>
      </p:cxnSp>
      <p:cxnSp>
        <p:nvCxnSpPr>
          <p:cNvPr id="24" name="Straight Connector 10"/>
          <p:cNvCxnSpPr/>
          <p:nvPr/>
        </p:nvCxnSpPr>
        <p:spPr>
          <a:xfrm>
            <a:off x="457200" y="1066680"/>
            <a:ext cx="8231760" cy="2160"/>
          </a:xfrm>
          <a:prstGeom prst="straightConnector1">
            <a:avLst/>
          </a:prstGeom>
          <a:ln w="22225">
            <a:solidFill>
              <a:srgbClr val="C0504D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Click to edit Master title style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177200"/>
            <a:ext cx="8227440" cy="494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12"/>
          </p:nvPr>
        </p:nvSpPr>
        <p:spPr>
          <a:xfrm>
            <a:off x="1066680" y="6356520"/>
            <a:ext cx="3045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3"/>
          </p:nvPr>
        </p:nvSpPr>
        <p:spPr>
          <a:xfrm>
            <a:off x="8077320" y="6369120"/>
            <a:ext cx="378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D4C4EA-5043-478F-B943-BE303466A135}" type="slidenum">
              <a:rPr lang="en-US" sz="1200" b="0" u="none" strike="noStrike">
                <a:solidFill>
                  <a:schemeClr val="accent2">
                    <a:tint val="75000"/>
                  </a:schemeClr>
                </a:solidFill>
                <a:effectLst/>
                <a:uFillTx/>
                <a:latin typeface="Bookman Old Style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6" descr="logo.png"/>
          <p:cNvPicPr/>
          <p:nvPr/>
        </p:nvPicPr>
        <p:blipFill>
          <a:blip r:embed="rId2"/>
          <a:stretch/>
        </p:blipFill>
        <p:spPr>
          <a:xfrm>
            <a:off x="533520" y="6236640"/>
            <a:ext cx="50508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Footer Placeholder 4"/>
          <p:cNvSpPr/>
          <p:nvPr/>
        </p:nvSpPr>
        <p:spPr>
          <a:xfrm>
            <a:off x="7555680" y="6363360"/>
            <a:ext cx="683640" cy="3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Slides: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ooter Placeholder 4"/>
          <p:cNvSpPr/>
          <p:nvPr/>
        </p:nvSpPr>
        <p:spPr>
          <a:xfrm>
            <a:off x="8305920" y="6364080"/>
            <a:ext cx="527040" cy="3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2"/>
                </a:solidFill>
                <a:effectLst/>
                <a:uFillTx/>
                <a:latin typeface="Bookman Old Style"/>
              </a:rPr>
              <a:t>/ 20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Straight Connector 9"/>
          <p:cNvCxnSpPr/>
          <p:nvPr/>
        </p:nvCxnSpPr>
        <p:spPr>
          <a:xfrm>
            <a:off x="457200" y="6126120"/>
            <a:ext cx="8231760" cy="2160"/>
          </a:xfrm>
          <a:prstGeom prst="straightConnector1">
            <a:avLst/>
          </a:prstGeom>
          <a:ln w="22225">
            <a:solidFill>
              <a:srgbClr val="C0504D"/>
            </a:solidFill>
            <a:prstDash val="dash"/>
            <a:round/>
          </a:ln>
        </p:spPr>
      </p:cxnSp>
      <p:cxnSp>
        <p:nvCxnSpPr>
          <p:cNvPr id="33" name="Straight Connector 10"/>
          <p:cNvCxnSpPr/>
          <p:nvPr/>
        </p:nvCxnSpPr>
        <p:spPr>
          <a:xfrm>
            <a:off x="457200" y="1066680"/>
            <a:ext cx="8231760" cy="2160"/>
          </a:xfrm>
          <a:prstGeom prst="straightConnector1">
            <a:avLst/>
          </a:prstGeom>
          <a:ln w="22225">
            <a:solidFill>
              <a:srgbClr val="C0504D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7440" cy="50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Click to edit Master title style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240" cy="136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24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AC269-0318-4E7B-A8E4-C5CEA8B715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1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046602-DF0E-4FFA-BDBC-E51619261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12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12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56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56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2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6B55B2-A8A5-4B78-BAD8-F013A88BA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7F3927-BAE7-4D2D-8C62-0589C0324F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2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2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2B6AEC-45D8-4029-AE4B-1A5675813F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000" cy="115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48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000" cy="468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F2B420-623D-4109-AD0B-B609E0DE3B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Bookman Old Style"/>
              </a:rPr>
              <a:t>Click to edit Master title style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3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F7D2D6-C0DE-4551-BAEB-9C9EB91F79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pPr indent="0" algn="r" defTabSz="914400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5800" y="51120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accent2"/>
                </a:solidFill>
                <a:effectLst/>
                <a:uFillTx/>
                <a:latin typeface="Bookman Old Style"/>
              </a:rPr>
              <a:t>AI BASED FLAT SECURITY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71600" y="3775321"/>
            <a:ext cx="6398640" cy="22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algn="ctr"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700" b="1" dirty="0">
                <a:solidFill>
                  <a:schemeClr val="dk1"/>
                </a:solidFill>
                <a:latin typeface="Bookman Old Style"/>
              </a:rPr>
              <a:t>RIZVANA K A</a:t>
            </a:r>
            <a:r>
              <a:rPr lang="en-US" sz="1700" b="1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  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700" b="1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(MES24MCA-2045)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Department of Computer Applications</a:t>
            </a:r>
            <a:endParaRPr lang="en-IN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MES College of Engineering, </a:t>
            </a:r>
            <a:r>
              <a:rPr lang="en-US" sz="1500" b="1" u="none" strike="noStrike" dirty="0" err="1">
                <a:solidFill>
                  <a:schemeClr val="dk1"/>
                </a:solidFill>
                <a:effectLst/>
                <a:uFillTx/>
                <a:latin typeface="Bookman Old Style"/>
              </a:rPr>
              <a:t>Kuttippuram</a:t>
            </a:r>
            <a:endParaRPr lang="en-IN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IN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dirty="0">
                <a:solidFill>
                  <a:schemeClr val="dk1"/>
                </a:solidFill>
                <a:latin typeface="Bookman Old Style"/>
              </a:rPr>
              <a:t>05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-01-2026</a:t>
            </a:r>
            <a:endParaRPr lang="en-I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3" descr="logo.png"/>
          <p:cNvPicPr/>
          <p:nvPr/>
        </p:nvPicPr>
        <p:blipFill>
          <a:blip r:embed="rId2"/>
          <a:stretch/>
        </p:blipFill>
        <p:spPr>
          <a:xfrm>
            <a:off x="3843360" y="2000160"/>
            <a:ext cx="1455480" cy="1503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7440" cy="50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3000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PRODUCT OWNER</a:t>
            </a:r>
            <a:br>
              <a:rPr sz="3000" dirty="0"/>
            </a:br>
            <a:br>
              <a:rPr lang="en-IN" sz="3000" dirty="0"/>
            </a:br>
            <a:r>
              <a:rPr lang="en-US" sz="3000" b="1" dirty="0">
                <a:solidFill>
                  <a:schemeClr val="dk1"/>
                </a:solidFill>
                <a:latin typeface="Bookman Old Style"/>
              </a:rPr>
              <a:t>BALACHANDRAN K P</a:t>
            </a:r>
            <a:br>
              <a:rPr sz="3000" dirty="0"/>
            </a:b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(</a:t>
            </a:r>
            <a:r>
              <a:rPr lang="en-US" sz="3000" dirty="0">
                <a:solidFill>
                  <a:schemeClr val="dk1"/>
                </a:solidFill>
                <a:latin typeface="Bookman Old Style"/>
              </a:rPr>
              <a:t>ASSOCIATE PROFESSOR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)</a:t>
            </a:r>
            <a:br>
              <a:rPr sz="2000" dirty="0"/>
            </a:b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DEPARTMENT OF COMPUTER APPLICATIONS</a:t>
            </a:r>
            <a:br>
              <a:rPr sz="2000" dirty="0"/>
            </a:b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Bookman Old Style"/>
              </a:rPr>
              <a:t>MES COLLEGE OF ENGINEERING, KUTTIPPURAM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2"/>
          <p:cNvGrpSpPr/>
          <p:nvPr/>
        </p:nvGrpSpPr>
        <p:grpSpPr>
          <a:xfrm>
            <a:off x="470880" y="1037160"/>
            <a:ext cx="2592720" cy="1680120"/>
            <a:chOff x="470880" y="1037160"/>
            <a:chExt cx="2592720" cy="1680120"/>
          </a:xfrm>
        </p:grpSpPr>
        <p:cxnSp>
          <p:nvCxnSpPr>
            <p:cNvPr id="78" name="Straight Connector 3"/>
            <p:cNvCxnSpPr/>
            <p:nvPr/>
          </p:nvCxnSpPr>
          <p:spPr>
            <a:xfrm>
              <a:off x="470880" y="1037160"/>
              <a:ext cx="2593080" cy="2160"/>
            </a:xfrm>
            <a:prstGeom prst="straightConnector1">
              <a:avLst/>
            </a:prstGeom>
            <a:ln w="25400">
              <a:solidFill>
                <a:srgbClr val="C0504D"/>
              </a:solidFill>
              <a:round/>
            </a:ln>
          </p:spPr>
        </p:cxnSp>
        <p:cxnSp>
          <p:nvCxnSpPr>
            <p:cNvPr id="79" name="Straight Connector 4"/>
            <p:cNvCxnSpPr/>
            <p:nvPr/>
          </p:nvCxnSpPr>
          <p:spPr>
            <a:xfrm>
              <a:off x="470880" y="1038960"/>
              <a:ext cx="2160" cy="1678680"/>
            </a:xfrm>
            <a:prstGeom prst="straightConnector1">
              <a:avLst/>
            </a:prstGeom>
            <a:ln w="25400">
              <a:solidFill>
                <a:srgbClr val="C0504D"/>
              </a:solidFill>
              <a:round/>
            </a:ln>
          </p:spPr>
        </p:cxnSp>
      </p:grpSp>
      <p:grpSp>
        <p:nvGrpSpPr>
          <p:cNvPr id="80" name="Group 6"/>
          <p:cNvGrpSpPr/>
          <p:nvPr/>
        </p:nvGrpSpPr>
        <p:grpSpPr>
          <a:xfrm>
            <a:off x="6019560" y="4343400"/>
            <a:ext cx="2592720" cy="1677960"/>
            <a:chOff x="6019560" y="4343400"/>
            <a:chExt cx="2592720" cy="1677960"/>
          </a:xfrm>
        </p:grpSpPr>
        <p:cxnSp>
          <p:nvCxnSpPr>
            <p:cNvPr id="81" name="Straight Connector 7"/>
            <p:cNvCxnSpPr/>
            <p:nvPr/>
          </p:nvCxnSpPr>
          <p:spPr>
            <a:xfrm>
              <a:off x="6019560" y="6019560"/>
              <a:ext cx="2593080" cy="2160"/>
            </a:xfrm>
            <a:prstGeom prst="straightConnector1">
              <a:avLst/>
            </a:prstGeom>
            <a:ln w="25400">
              <a:solidFill>
                <a:srgbClr val="C0504D"/>
              </a:solidFill>
              <a:round/>
            </a:ln>
          </p:spPr>
        </p:cxnSp>
        <p:cxnSp>
          <p:nvCxnSpPr>
            <p:cNvPr id="82" name="Straight Connector 8"/>
            <p:cNvCxnSpPr/>
            <p:nvPr/>
          </p:nvCxnSpPr>
          <p:spPr>
            <a:xfrm>
              <a:off x="8610480" y="4343400"/>
              <a:ext cx="2160" cy="1678320"/>
            </a:xfrm>
            <a:prstGeom prst="straightConnector1">
              <a:avLst/>
            </a:prstGeom>
            <a:ln w="25400">
              <a:solidFill>
                <a:srgbClr val="C0504D"/>
              </a:solidFill>
              <a:rou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TABLE OF CONTENTS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177200"/>
            <a:ext cx="8227440" cy="494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Diagram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Developing Environment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7440" cy="8701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u="none" strike="noStrike" dirty="0">
                <a:solidFill>
                  <a:schemeClr val="accent2"/>
                </a:solidFill>
                <a:effectLst/>
                <a:uFillTx/>
                <a:latin typeface="Bookman Old Style"/>
              </a:rPr>
              <a:t>INTRODUCTION</a:t>
            </a:r>
            <a:endParaRPr lang="en-IN" sz="3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EED72-7B9F-43FE-907D-9EE37658DA7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57200" y="1272793"/>
            <a:ext cx="822744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Security is a major concern in modern apartments and residential flats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Traditional security systems depend on manual records and CCTV cameras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These systems lack intelligence and real-time monitoring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Artificial Intelligence helps improve security through automation and accuracy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Face recognition is an effective method to identify people instantly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Smart security systems reduce human effort and errors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Integrating security with facility management improves overall living experience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project focuses on creating a smart, safe, and efficient flat security system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u="none" strike="noStrike" dirty="0">
                <a:solidFill>
                  <a:schemeClr val="accent2"/>
                </a:solidFill>
                <a:effectLst/>
                <a:uFillTx/>
                <a:latin typeface="Bookman Old Style"/>
              </a:rPr>
              <a:t>DESCRIPTION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177200"/>
            <a:ext cx="8227440" cy="494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apartments need both strong security and easy management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use manual visitor registers and normal CCTV cameras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systems cannot identify threats in real time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AI-based face recognition to identify people entering the apartment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individuals as authorized known or unknown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instant alerts when unknown persons are detected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QR-based visitor management for secure and time-limited entry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an emergency alert system for quick response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dirty="0">
                <a:solidFill>
                  <a:schemeClr val="accent2"/>
                </a:solidFill>
                <a:latin typeface="Bookman Old Style"/>
              </a:rPr>
              <a:t>OBJECTIVE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B31D18-2158-4BD6-5B1C-C4B3FDAFC822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539496" y="1261580"/>
            <a:ext cx="737006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enhance flat and apartment security using Artificial Intelligence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detect and recognize human faces in real time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identify authorized and unauthorized persons accurately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provide QR-based visitor entry and exit management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send instant alerts to residents and security staff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integrate security and facility management into a single system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enable quick emergency response for residents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dirty="0">
                <a:solidFill>
                  <a:schemeClr val="accent2"/>
                </a:solidFill>
                <a:latin typeface="Bookman Old Style"/>
              </a:rPr>
              <a:t>EXISTING</a:t>
            </a:r>
            <a:r>
              <a:rPr lang="en" sz="3000" b="0" u="none" strike="noStrike" dirty="0">
                <a:solidFill>
                  <a:schemeClr val="accent2"/>
                </a:solidFill>
                <a:effectLst/>
                <a:uFillTx/>
                <a:latin typeface="Bookman Old Style"/>
              </a:rPr>
              <a:t> SYSTEM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C1BCFA-39CA-4A6C-B72B-FC162AFE68CD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57201" y="1362975"/>
            <a:ext cx="822743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details are maintained using manual log books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Visitors can easily provide false information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cameras only record videos without real-time alerts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staff identify issues after incidents occur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management is handled through separate and manual methods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handling are time-consuming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situations depend on phone calls 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is reactive, inefficient, and less 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dirty="0">
                <a:solidFill>
                  <a:schemeClr val="accent2"/>
                </a:solidFill>
                <a:latin typeface="Bookman Old Style"/>
              </a:rPr>
              <a:t>PROPOSED SYSTEM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8A148B-70F9-F47D-36EF-B1D59A32C9E0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57200" y="1340247"/>
            <a:ext cx="67281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an AI-based integrated flat security system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face recognition to identify authorized and unauthorized persons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unknown visitors and sends instant alerts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QR code–based visitor entry and exit management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residents to monitor visitors in real time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facility management like booking and complaints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emergency alert (SOS) system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security, efficiency, and resident convenience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7F7F-D86D-96E1-A71D-22B99203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>
            <a:extLst>
              <a:ext uri="{FF2B5EF4-FFF2-40B4-BE49-F238E27FC236}">
                <a16:creationId xmlns:a16="http://schemas.microsoft.com/office/drawing/2014/main" id="{8A0E5F68-1E47-F403-2363-E81341A5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dirty="0">
                <a:solidFill>
                  <a:schemeClr val="accent2"/>
                </a:solidFill>
                <a:latin typeface="Bookman Old Style"/>
              </a:rPr>
              <a:t>PROCESS FLOW DIAGRAM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Content Placeholder 10" descr="A diagram of a process&#10;&#10;AI-generated content may be incorrect.">
            <a:extLst>
              <a:ext uri="{FF2B5EF4-FFF2-40B4-BE49-F238E27FC236}">
                <a16:creationId xmlns:a16="http://schemas.microsoft.com/office/drawing/2014/main" id="{575453F8-B63E-6640-D7BE-6681A7E7AC9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849" y="1594532"/>
            <a:ext cx="7959902" cy="3486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55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7442-8F5E-C57D-15D6-A7EC92D6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>
            <a:extLst>
              <a:ext uri="{FF2B5EF4-FFF2-40B4-BE49-F238E27FC236}">
                <a16:creationId xmlns:a16="http://schemas.microsoft.com/office/drawing/2014/main" id="{3109AB06-21A8-DC4C-9272-F53E06F6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dirty="0">
                <a:solidFill>
                  <a:schemeClr val="accent2"/>
                </a:solidFill>
                <a:latin typeface="Bookman Old Style"/>
              </a:rPr>
              <a:t>PROJECT ARCHITECTURE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7CAC817B-DFC0-70D0-253B-E354B62393C2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145" y="1435209"/>
            <a:ext cx="7793710" cy="331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42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u="none" strike="noStrike" dirty="0">
                <a:solidFill>
                  <a:schemeClr val="accent2"/>
                </a:solidFill>
                <a:effectLst/>
                <a:uFillTx/>
                <a:latin typeface="Bookman Old Style"/>
              </a:rPr>
              <a:t>METHODOLOGY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EDE95D-A352-484F-9FCF-228BE07BD29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57201" y="1160175"/>
            <a:ext cx="82274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video using CCTV cameras at entry points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facial features from video frames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captured faces with the stored database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individuals as authorized or unauthorized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for unknown persons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QR codes for visitor entry with time limits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QR codes at entry and exit points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all visitor and access data in the database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residents access through a user dashboard</a:t>
            </a:r>
          </a:p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emergency SOS alerts for quick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91D403-CE13-C918-BCA7-9D37D6971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184665"/>
            <a:ext cx="8227440" cy="1411221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dirty="0">
                <a:solidFill>
                  <a:srgbClr val="C9211E"/>
                </a:solidFill>
                <a:latin typeface="Bookman Old Style" panose="02050604050505020204" pitchFamily="18" charset="0"/>
              </a:rPr>
              <a:t>PROJECT TIMELINE</a:t>
            </a:r>
            <a:br>
              <a:rPr sz="3200" dirty="0"/>
            </a:b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177200"/>
            <a:ext cx="8227440" cy="334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latin typeface="Bookman Old Style" panose="02050604050505020204" pitchFamily="18" charset="0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800" dirty="0">
              <a:latin typeface="Bookman Old Style" panose="020506040505050202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421E6D-6635-4F24-9319-FECC49742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01C1D8-7B66-A0DB-6F25-0614F3306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F219B4-B94D-967E-0224-49A315555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8669"/>
              </p:ext>
            </p:extLst>
          </p:nvPr>
        </p:nvGraphicFramePr>
        <p:xfrm>
          <a:off x="980535" y="1140840"/>
          <a:ext cx="6636590" cy="47102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8295">
                  <a:extLst>
                    <a:ext uri="{9D8B030D-6E8A-4147-A177-3AD203B41FA5}">
                      <a16:colId xmlns:a16="http://schemas.microsoft.com/office/drawing/2014/main" val="3026196506"/>
                    </a:ext>
                  </a:extLst>
                </a:gridCol>
                <a:gridCol w="3318295">
                  <a:extLst>
                    <a:ext uri="{9D8B030D-6E8A-4147-A177-3AD203B41FA5}">
                      <a16:colId xmlns:a16="http://schemas.microsoft.com/office/drawing/2014/main" val="3026027006"/>
                    </a:ext>
                  </a:extLst>
                </a:gridCol>
              </a:tblGrid>
              <a:tr h="2879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472421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identification and requirement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585521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and study of existing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170107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and architecture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209157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 model development and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299909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QR-based visitor management module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427080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of security, user, and admin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976432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testing, validation, and bug fixing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620218"/>
                  </a:ext>
                </a:extLst>
              </a:tr>
              <a:tr h="5039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Deployment, documentation, and presentation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9336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835920"/>
          </a:xfrm>
          <a:prstGeom prst="rect">
            <a:avLst/>
          </a:prstGeom>
          <a:noFill/>
          <a:ln w="2232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dirty="0">
                <a:solidFill>
                  <a:schemeClr val="accent2"/>
                </a:solidFill>
                <a:latin typeface="Bookman Old Style"/>
              </a:rPr>
              <a:t>DEVELOPING ENVIRONMENT</a:t>
            </a:r>
            <a:br>
              <a:rPr sz="3200" dirty="0"/>
            </a:b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177200"/>
            <a:ext cx="8227440" cy="494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Django (Backend Development)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HTML, CSS, Bootstrap, JavaScript, Flutter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Libraries: OpenCV, TensorFlow /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Technique: Deep Learning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Management: QR Code Generation and Scanning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PyCharm, VS Code, Android Studio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7 or above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CCTV Camera, Android Smartphone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Bookman Old Style" panose="0205060405050502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800" dirty="0">
              <a:latin typeface="Bookman Old Style" panose="02050604050505020204" pitchFamily="18" charset="0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800" u="none" strike="noStrike" dirty="0">
              <a:solidFill>
                <a:srgbClr val="000000"/>
              </a:solidFill>
              <a:effectLst/>
              <a:uFillTx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1802</TotalTime>
  <Words>652</Words>
  <Application>Microsoft Office PowerPoint</Application>
  <PresentationFormat>On-screen Show (4:3)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Bookman Old Style</vt:lpstr>
      <vt:lpstr>Calibri</vt:lpstr>
      <vt:lpstr>Symbol</vt:lpstr>
      <vt:lpstr>Times New Roman</vt:lpstr>
      <vt:lpstr>Wingdings</vt:lpstr>
      <vt:lpstr>Office Theme</vt:lpstr>
      <vt:lpstr>AI BASED FLAT SECURITY</vt:lpstr>
      <vt:lpstr>PRODUCT OWNER  BALACHANDRAN K P (ASSOCIATE PROFESSOR) DEPARTMENT OF COMPUTER APPLICATIONS MES COLLEGE OF ENGINEERING, KUTTIPPURAM</vt:lpstr>
      <vt:lpstr>TABLE OF CONTENTS</vt:lpstr>
      <vt:lpstr>INTRODUCTION</vt:lpstr>
      <vt:lpstr>DESCRIPTION</vt:lpstr>
      <vt:lpstr>OBJECTIVE</vt:lpstr>
      <vt:lpstr>EXISTING SYSTEM</vt:lpstr>
      <vt:lpstr>PROPOSED SYSTEM</vt:lpstr>
      <vt:lpstr>PROCESS FLOW DIAGRAM</vt:lpstr>
      <vt:lpstr>PROJECT ARCHITECTURE</vt:lpstr>
      <vt:lpstr>METHODOLOGY</vt:lpstr>
      <vt:lpstr>PROJECT TIMELINE </vt:lpstr>
      <vt:lpstr>DEVELOPING ENVIRONMENT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Faculty</dc:creator>
  <dc:description/>
  <cp:lastModifiedBy>Ri chu</cp:lastModifiedBy>
  <cp:revision>91</cp:revision>
  <dcterms:created xsi:type="dcterms:W3CDTF">2024-09-27T10:56:22Z</dcterms:created>
  <dcterms:modified xsi:type="dcterms:W3CDTF">2026-02-23T02:45:47Z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22</vt:i4>
  </property>
</Properties>
</file>